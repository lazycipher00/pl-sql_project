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Dela Gothic One"/>
      <p:regular r:id="rId12"/>
    </p:embeddedFont>
    <p:embeddedFont>
      <p:font typeface="Dela Gothic One"/>
      <p:regular r:id="rId13"/>
    </p:embeddedFont>
    <p:embeddedFont>
      <p:font typeface="DM Sans"/>
      <p:regular r:id="rId14"/>
    </p:embeddedFont>
    <p:embeddedFont>
      <p:font typeface="DM Sans"/>
      <p:regular r:id="rId15"/>
    </p:embeddedFont>
    <p:embeddedFont>
      <p:font typeface="DM Sans"/>
      <p:regular r:id="rId16"/>
    </p:embeddedFont>
    <p:embeddedFont>
      <p:font typeface="DM Sans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49816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Crop Disease Identification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010144"/>
            <a:ext cx="31428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E42828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 Definition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691301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Farmers often experience crop diseases but cannot correctly identify them based on symptoms. This leads to delayed treatment, reduced yield, and financial loss.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47179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Context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4042172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will be used by farmers and agricultural extension officers at local community or district levels to collect symptom reports and identify likely diseases using stored reference data.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61736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Target Users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58309" y="3789998"/>
            <a:ext cx="4226838" cy="1977747"/>
          </a:xfrm>
          <a:prstGeom prst="roundRect">
            <a:avLst>
              <a:gd name="adj" fmla="val 7398"/>
            </a:avLst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759518"/>
            <a:ext cx="4226838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687" y="3465076"/>
            <a:ext cx="649962" cy="64996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712" y="3660100"/>
            <a:ext cx="259913" cy="2599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05364" y="43316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Farmers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05364" y="4817745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(who report crop symptoms)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5201722" y="3789998"/>
            <a:ext cx="4226838" cy="1977747"/>
          </a:xfrm>
          <a:prstGeom prst="roundRect">
            <a:avLst>
              <a:gd name="adj" fmla="val 7398"/>
            </a:avLst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722" y="3759518"/>
            <a:ext cx="4226838" cy="12192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100" y="3465076"/>
            <a:ext cx="649962" cy="649962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5124" y="3660100"/>
            <a:ext cx="259913" cy="25991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448776" y="4331613"/>
            <a:ext cx="30907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Extension officers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5448776" y="4817745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(who assist and interpret alerts)</a:t>
            </a:r>
            <a:endParaRPr lang="en-US" sz="1700" dirty="0"/>
          </a:p>
        </p:txBody>
      </p:sp>
      <p:sp>
        <p:nvSpPr>
          <p:cNvPr id="15" name="Shape 7"/>
          <p:cNvSpPr/>
          <p:nvPr/>
        </p:nvSpPr>
        <p:spPr>
          <a:xfrm>
            <a:off x="9645134" y="3789998"/>
            <a:ext cx="4226957" cy="1977747"/>
          </a:xfrm>
          <a:prstGeom prst="roundRect">
            <a:avLst>
              <a:gd name="adj" fmla="val 7398"/>
            </a:avLst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5134" y="3759518"/>
            <a:ext cx="4226957" cy="121920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3631" y="3465076"/>
            <a:ext cx="649962" cy="649962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28656" y="3660100"/>
            <a:ext cx="259913" cy="259913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892189" y="4331613"/>
            <a:ext cx="37328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Agricultural managers</a:t>
            </a:r>
            <a:endParaRPr lang="en-US" sz="2200" dirty="0"/>
          </a:p>
        </p:txBody>
      </p:sp>
      <p:sp>
        <p:nvSpPr>
          <p:cNvPr id="20" name="Text 9"/>
          <p:cNvSpPr/>
          <p:nvPr/>
        </p:nvSpPr>
        <p:spPr>
          <a:xfrm>
            <a:off x="9892189" y="5173980"/>
            <a:ext cx="37328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(who monitor disease trends)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59399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Goals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58309" y="286273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10E0E"/>
          </a:solidFill>
          <a:ln w="7620">
            <a:solidFill>
              <a:srgbClr val="8A27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0997" y="2892683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2326" y="2903339"/>
            <a:ext cx="5717500" cy="1710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Create a 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E42828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PL/SQL-based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disease identification system using symptom matching.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450574" y="286273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10E0E"/>
          </a:solidFill>
          <a:ln w="7620">
            <a:solidFill>
              <a:srgbClr val="8A27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23262" y="2892683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8154591" y="2903339"/>
            <a:ext cx="5717500" cy="1282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Automate alerts for disease detection including 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E42828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high-risk cases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.</a:t>
            </a:r>
            <a:endParaRPr lang="en-US" sz="2650" dirty="0"/>
          </a:p>
        </p:txBody>
      </p:sp>
      <p:sp>
        <p:nvSpPr>
          <p:cNvPr id="9" name="Shape 7"/>
          <p:cNvSpPr/>
          <p:nvPr/>
        </p:nvSpPr>
        <p:spPr>
          <a:xfrm>
            <a:off x="758309" y="504682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10E0E"/>
          </a:solidFill>
          <a:ln w="7620">
            <a:solidFill>
              <a:srgbClr val="8A27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997" y="5076765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462326" y="5087422"/>
            <a:ext cx="5717500" cy="1282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Record all system actions for auditing and 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E42828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analytics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.</a:t>
            </a:r>
            <a:endParaRPr lang="en-US" sz="2650" dirty="0"/>
          </a:p>
        </p:txBody>
      </p:sp>
      <p:sp>
        <p:nvSpPr>
          <p:cNvPr id="12" name="Shape 10"/>
          <p:cNvSpPr/>
          <p:nvPr/>
        </p:nvSpPr>
        <p:spPr>
          <a:xfrm>
            <a:off x="7450574" y="504682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10E0E"/>
          </a:solidFill>
          <a:ln w="7620">
            <a:solidFill>
              <a:srgbClr val="8A27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23262" y="5076765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8154591" y="5087422"/>
            <a:ext cx="5717500" cy="1282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Provide 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E42828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BI-ready data</a:t>
            </a:r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for disease trend tracking and resource planning.</a:t>
            </a:r>
            <a:endParaRPr lang="en-US" sz="2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43138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BI Potential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58309" y="3246477"/>
            <a:ext cx="4226838" cy="2739866"/>
          </a:xfrm>
          <a:prstGeom prst="roundRect">
            <a:avLst>
              <a:gd name="adj" fmla="val 3321"/>
            </a:avLst>
          </a:prstGeom>
          <a:solidFill>
            <a:srgbClr val="710E0E"/>
          </a:solidFill>
          <a:ln w="7620">
            <a:solidFill>
              <a:srgbClr val="8A27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504" y="3470672"/>
            <a:ext cx="649962" cy="64996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217" y="3649385"/>
            <a:ext cx="292418" cy="292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2504" y="4337209"/>
            <a:ext cx="3778448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Track most common diseases per crop type.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5201722" y="3246477"/>
            <a:ext cx="4226838" cy="2739866"/>
          </a:xfrm>
          <a:prstGeom prst="roundRect">
            <a:avLst>
              <a:gd name="adj" fmla="val 3321"/>
            </a:avLst>
          </a:prstGeom>
          <a:solidFill>
            <a:srgbClr val="710E0E"/>
          </a:solidFill>
          <a:ln w="7620">
            <a:solidFill>
              <a:srgbClr val="8A2727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916" y="3470672"/>
            <a:ext cx="649962" cy="64996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4629" y="3649385"/>
            <a:ext cx="292418" cy="29241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25916" y="4337209"/>
            <a:ext cx="3778448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Identify seasonal or regional disease patterns.</a:t>
            </a:r>
            <a:endParaRPr lang="en-US" sz="2200" dirty="0"/>
          </a:p>
        </p:txBody>
      </p:sp>
      <p:sp>
        <p:nvSpPr>
          <p:cNvPr id="11" name="Shape 5"/>
          <p:cNvSpPr/>
          <p:nvPr/>
        </p:nvSpPr>
        <p:spPr>
          <a:xfrm>
            <a:off x="9645134" y="3246477"/>
            <a:ext cx="4226957" cy="2739866"/>
          </a:xfrm>
          <a:prstGeom prst="roundRect">
            <a:avLst>
              <a:gd name="adj" fmla="val 3321"/>
            </a:avLst>
          </a:prstGeom>
          <a:solidFill>
            <a:srgbClr val="710E0E"/>
          </a:solidFill>
          <a:ln w="7620">
            <a:solidFill>
              <a:srgbClr val="8A2727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9329" y="3470672"/>
            <a:ext cx="649962" cy="649962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48042" y="3649385"/>
            <a:ext cx="292418" cy="29241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869329" y="4337209"/>
            <a:ext cx="3778568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Generate summary KPIs for high-risk outbreaks and farmer reports.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2025-12-04T21:05:17Z</dcterms:created>
  <dcterms:modified xsi:type="dcterms:W3CDTF">2025-12-04T21:05:17Z</dcterms:modified>
</cp:coreProperties>
</file>